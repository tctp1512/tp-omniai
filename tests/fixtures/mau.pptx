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Giới thiệu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Mục tiêu năm nay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quả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Tăng trưởng 12%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